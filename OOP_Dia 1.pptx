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4204E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Orientação a Objetos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E8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começar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juntar dados soltos vira um problema, a primeira classe em Python — e a ponte com o que vocês já sabem do Portugol.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2E2049"/>
          </a:solidFill>
          <a:ln w="12700">
            <a:solidFill>
              <a:srgbClr val="3E2E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27024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soltos → primeira classe → como a mesma lógica de if/enquanto vira if/while em Python.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3840480"/>
            <a:ext cx="5468112" cy="1463040"/>
          </a:xfrm>
          <a:prstGeom prst="roundRect">
            <a:avLst>
              <a:gd name="adj" fmla="val 5000"/>
            </a:avLst>
          </a:prstGeom>
          <a:solidFill>
            <a:srgbClr val="2E2049"/>
          </a:solidFill>
          <a:ln w="12700">
            <a:solidFill>
              <a:srgbClr val="3E2E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42702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classe é um molde. Todo objeto é uma cópia preenchida daquele molde.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3A2C52"/>
          </a:solidFill>
          <a:ln w="12700">
            <a:solidFill>
              <a:srgbClr val="3A2C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soltos, um por um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assim que a maioria começa a guardar informação de vários personagens.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6309360" cy="3794760"/>
          </a:xfrm>
          <a:prstGeom prst="roundRect">
            <a:avLst>
              <a:gd name="adj" fmla="val 1928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258568"/>
            <a:ext cx="576072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guerreiro_nome = "Thoric"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guerreiro_vida = 100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guerreiro_ataque = 15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mago_nome = "Elara"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mago_vida = 60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mago_ataque = 25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mostrar_status(nome, vida, ataque):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print(nome, vida, ataque)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mostrar_status(guerreiro_nome, guerreiro_vida,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guerreiro_ataque)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2057400"/>
            <a:ext cx="4480560" cy="3794760"/>
          </a:xfrm>
          <a:prstGeom prst="roundRect">
            <a:avLst>
              <a:gd name="adj" fmla="val 1928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 forem 10 personagens?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28346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variáveis soltas na tela.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indica que essas 3 pertencem ao mesmo personagem além do prefixo do nome.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precisa receber tudo na ordem certa, sempre.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formas de dar errado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76272"/>
            <a:ext cx="548640" cy="548640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057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dos parâmetros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vida com ataque na hora de chamar a função — e o Python não vai reclamar.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64992"/>
            <a:ext cx="548640" cy="548640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agrupa os dados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246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vida e ataque são só três variáveis soltas. Nada diz que elas pertencem juntas.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53712"/>
            <a:ext cx="548640" cy="548640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sem fim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4434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personagem novo é mais três variáveis e mais uma chamada de função igual às outras.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o Python. É que nada agrupa o que pertence junto.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Pense numa ficha de personagem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RPG de mesa usa a mesma ideia — só não chama isso de classe.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MOLDE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classe)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Nome: ____________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Vida: ____________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Ataque: ____________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quais campos toda ficha vai ter. Ninguém preenche o molde em si.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2E2049"/>
          </a:solidFill>
          <a:ln w="12700">
            <a:solidFill>
              <a:srgbClr val="2E2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FICHA PREENCHIDA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8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objeto)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889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Nome: Thoric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Vida: 100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Ataque: 15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663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cópia do molde, com valores reais dentro de cada campo.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palavras de hoje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1965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molde. Descreve quais campos (atributos) toda ficha desse tipo vai 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ficha preenchida, criada a partir do molde. Também chamado de instância.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60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08960" y="4160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campo dentro da ficha — nome, vida, ataque.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2EEF7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257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4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08960" y="52578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ação que a ficha sabe fazer.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195560" y="5550408"/>
            <a:ext cx="1280160" cy="329184"/>
          </a:xfrm>
          <a:prstGeom prst="rect">
            <a:avLst/>
          </a:prstGeom>
          <a:solidFill>
            <a:srgbClr val="C993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classe mais simples possível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6035040" cy="3931920"/>
          </a:xfrm>
          <a:prstGeom prst="roundRect">
            <a:avLst>
              <a:gd name="adj" fmla="val 1860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12848"/>
            <a:ext cx="54864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Personagem: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 = ""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vida = 0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ataque = 0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 = Personagem()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thoric.nome = "Thoric"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thoric.vida = 100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thoric.ataque = 15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0372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Personagem: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03720" y="2331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o molde. A partir daqui, Personagem existe como tipo.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0372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/ vida / ataque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3383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que toda ficha desse tipo vai ter, com um valor em branco por padrão.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0372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Personagem()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4434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objeto novo a partir do molde, já nascendo com os valores padrão.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03720" y="5166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3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thoric.nome =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5486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o valor padrão pelo valor real desse personagem.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fichas, dois personagens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molde. Valores completamente independentes.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309360" cy="3063240"/>
          </a:xfrm>
          <a:prstGeom prst="roundRect">
            <a:avLst>
              <a:gd name="adj" fmla="val 2388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04288"/>
            <a:ext cx="576072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elara = Personagem()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elara.nome = "Elara"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elara.vida = 60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elara.ataque = 25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print(thoric.nome, thoric.vida)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print(elara.nome, elara.vida)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5349240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2E2049"/>
          </a:solidFill>
          <a:ln w="12700">
            <a:solidFill>
              <a:srgbClr val="2E20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4406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C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Elara 60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210312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2331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thoric e elara vieram do mesmo Personagem() — mas são fichas diferentes, com seus próprios valores.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3383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thoric.vida não muda elara.vida. Cada objeto guarda seus próprios atributos, separados dos outros.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Portugol pro Python: o que muda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de se/entao e enquanto que vocês já sabem não muda. A escrita, sim.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/ entao / senao / fimse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inteiro, caractere, real — tipos declarados na mão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fecha cada bloco explicitamente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comando numa linha, sem indentação obrigatória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2E2049"/>
          </a:solidFill>
          <a:ln w="12700">
            <a:solidFill>
              <a:srgbClr val="2E20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7432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— nunca existe um "fimse"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tipo declarado — o Python decide sozinho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indentação fecha o bloco — não existe fim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linha já basta, sem ; obrigatório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linguagem mais difícil. É a mesma lógica, com menos palavras-chave e mais responsabilidade sobre o espaço em branco.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indentação decide o que está dentro do quê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quatro linhas. Um espaço de diferença muda o que o código faz.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0008"/>
            <a:ext cx="48463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vida &lt;= 0: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print("Thoric morreu")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"morto"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print("Fim do turno")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turno roda sempre — dentro ou fora do if, ele acontece.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350008"/>
            <a:ext cx="48463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vida &lt;= 0: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print("Thoric morreu")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"morto"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print("Fim do turno")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5029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Aqui, "Fim do turno" só aparece se vida &lt;= 0. Mesma linha, comportamento diferente.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"fim" avisando onde o bloco acaba. A indentação é a única marcação que existe.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Tradução direta, lado a lado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decisão, escrita nas duas linguagens.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578608"/>
            <a:ext cx="48463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vida &lt;= 0 entao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escreva("Thoric morreu")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escreva("Thoric continua de pe")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179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578608"/>
            <a:ext cx="48463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vida &lt;= 0: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print("Thoric morreu")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print("Thoric continua de pe")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00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decisão, duas linguagens. Onde o Portugol usa fimse pra fechar o bloco, o Python usa só a indentação.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condições, lado a lado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níveis de se viram dois níveis de indentação — nada mais.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578608"/>
            <a:ext cx="484632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vida &gt; 0 entao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 ataque &gt; 10 entao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escreva("Ataque critico")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senao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escreva("Ataque normal")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fimse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escreva("Personagem caido, nao ataca")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578608"/>
            <a:ext cx="484632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vida &gt; 0: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ataque &gt; 10: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print("Ataque critico")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print("Ataque normal")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print("Personagem caido, nao ataca")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de dentro está preso dentro do if de fora — não existe um fimse pra avisar isso, só a indentação.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um if/else, lado a lado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de novo — a repetição ajuda a fixar.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578608"/>
            <a:ext cx="48463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tem_chave entao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escreva("Porta destrancada")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escreva("Porta continua trancada")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179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578608"/>
            <a:ext cx="48463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tem_chave: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print("Porta destrancada")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print("Porta continua trancada")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00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Reparem: tem_chave sozinho já vale como condição — não precisa escrever tem_chave == verdadeiro em nenhuma das duas linguagens.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while diferente, lado a lado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while conta vida — esse conta turnos restantes de um efeito.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578608"/>
            <a:ext cx="48463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turnos &lt;- 3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turnos &gt; 0 faca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escreva("Efeito ativo: ", turnos)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turnos &lt;- turnos - 1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escreva("Efeito acabou")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578608"/>
            <a:ext cx="48463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turnos = 3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turnos &gt; 0: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print("Efeito ativo:", turnos)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turnos -= 1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print("Efeito acabou")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padrão do enquanto de vida: a condição vem primeiro, e o último print só roda quando o laço termina.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novidade: o laço para / for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ainda não apareceu hoje — um laço que se repete um número fixo de vezes.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578608"/>
            <a:ext cx="48463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3 faca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escreva("Turno ", i)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578608"/>
            <a:ext cx="48463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4):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print("Turno", i)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E2049"/>
          </a:solidFill>
          <a:ln w="12700">
            <a:solidFill>
              <a:srgbClr val="3E2E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91947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range(1, 4) vai de 1 até 3 — o número final nunca entra no laço. É por isso que escrevemos 4 e não 3.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 · 10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Tradução direta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do Exemplo 1 — agora sozinhos, com um cenário novo.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943600" cy="3566160"/>
          </a:xfrm>
          <a:prstGeom prst="roundRect">
            <a:avLst>
              <a:gd name="adj" fmla="val 2051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0008"/>
            <a:ext cx="539496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mana &gt;= custo entao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escreva("Feitico lancado")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escreva("Mana insuficiente")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214884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MÍNIMOS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274320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if / else — nunca escrever "fimse"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pontos no fim da linha do if e do else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de cada bloco indentado (4 espaços)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comparador &gt;= é o mesmo nas duas linguagens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 · 15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condições, uma dentro da outra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do Exemplo 2 — com um cenário novo: escudo em vez de ataque.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766560" cy="3931920"/>
          </a:xfrm>
          <a:prstGeom prst="roundRect">
            <a:avLst>
              <a:gd name="adj" fmla="val 1860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0008"/>
            <a:ext cx="621792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vida &gt; 0 entao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 escudo &gt; 0 entao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escreva("Dano bloqueado parcialmente")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senao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escreva("Dano total no personagem")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fimse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senao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escreva("Personagem ja esta caido")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89520" y="214884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MÍNIMOS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2743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externo (vida &gt; 0) e if interno (escudo &gt; 0) em níveis de indentação diferentes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else de cada if alinhado com o if a que ele pertence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linha do bloco interno no mesmo nível do bloco externo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· 10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Encontrem o bug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roda sem erro. O problema é o que ele decide fazer.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400800" cy="2743200"/>
          </a:xfrm>
          <a:prstGeom prst="roundRect">
            <a:avLst>
              <a:gd name="adj" fmla="val 2667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0008"/>
            <a:ext cx="585216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status_personagem(vida):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vida &lt;= 0: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print("Personagem caido")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print("Personagem de pe")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print("Turno seguinte comeca")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23760" y="2148840"/>
            <a:ext cx="4389120" cy="3931920"/>
          </a:xfrm>
          <a:prstGeom prst="roundRect">
            <a:avLst>
              <a:gd name="adj" fmla="val 1860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DO GRUPO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0" y="27432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Rodem mentalmente com vida = 50 e depois com vida = -10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"Turno seguinte comeca" deveria aparecer nos dois casos — hoje só aparece em um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Movam a linha errada pro nível certo, sem mudar o texto de nenhum print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print deveria rodar sempre, e qual só deveria rodar dentro de um dos dois casos?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10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enquanto pra while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Traduzam o laço abaixo. Reparem no que acontece depois que ele termina.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943600" cy="3566160"/>
          </a:xfrm>
          <a:prstGeom prst="roundRect">
            <a:avLst>
              <a:gd name="adj" fmla="val 2051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0008"/>
            <a:ext cx="539496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 &lt;- 100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vida &gt; 0 faca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vida &lt;- vida - 20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escreva("Vida atual: ", vida)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fimenquanto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escreva("Thoric morreu")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766560" y="214884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MÍNIMOS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274320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vida &gt; 0: com dois pontos, sem "faca" nem "fimenquanto"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-= 20 (ou vida = vida - 20) — os dois funcionam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"Thoric morreu" fica fora do while — indentação no mesmo nível do while, não dentro dele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5 · 20 MIN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B2352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Agora, com o personagem de verdade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vida solta. Usem o thoric que a gente criou hoje.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943600" cy="3566160"/>
          </a:xfrm>
          <a:prstGeom prst="roundRect">
            <a:avLst>
              <a:gd name="adj" fmla="val 2051"/>
            </a:avLst>
          </a:prstGeom>
          <a:solidFill>
            <a:srgbClr val="1C1428"/>
          </a:solidFill>
          <a:ln/>
          <a:effectLst>
            <a:outerShdw sx="100000" sy="100000" kx="0" ky="0" algn="bl" rotWithShape="0" blurRad="101600" dist="38100" dir="5400000">
              <a:srgbClr val="1A1226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0008"/>
            <a:ext cx="539496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 = Personagem()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thoric.nome = "Thoric"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thoric.vida = 100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ED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o laco de voces aqui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214884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MÍNIMOS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274320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usando thoric.vida — não uma variável solta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thoric.vida a cada volta do laço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chegar a 0 (ou menos), imprimir "&lt;nome&gt; morreu"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print de status pode rodar depois que thoric já morreu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4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F6F2FB"/>
          </a:solidFill>
          <a:ln w="12700">
            <a:solidFill>
              <a:srgbClr val="E4D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1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4204E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de hoje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2E2049"/>
          </a:solidFill>
          <a:ln w="12700">
            <a:solidFill>
              <a:srgbClr val="3E2E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POO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8254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molde — descreve quais campos existem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8587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ficha preenchida, criada a partir do molde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581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campo com valor dentro da ficha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2E2049"/>
          </a:solidFill>
          <a:ln w="12700">
            <a:solidFill>
              <a:srgbClr val="3E2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PYTHON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"fim"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2240" y="28254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indentação fecha o bloco, não uma palavra-chave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547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tipo declarado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3858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decide sozinho o tipo de cada valor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5811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while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4892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de se / enquanto, escrita diferente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3A2C52"/>
          </a:solidFill>
          <a:ln w="12700">
            <a:solidFill>
              <a:srgbClr val="3A2C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1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76127" y="347472"/>
            <a:ext cx="566928" cy="566928"/>
          </a:xfrm>
          <a:prstGeom prst="ellipse">
            <a:avLst/>
          </a:prstGeom>
          <a:solidFill>
            <a:srgbClr val="34204E"/>
          </a:solidFill>
          <a:ln/>
        </p:spPr>
      </p:sp>
      <p:sp>
        <p:nvSpPr>
          <p:cNvPr id="4" name="Text 2"/>
          <p:cNvSpPr/>
          <p:nvPr/>
        </p:nvSpPr>
        <p:spPr>
          <a:xfrm>
            <a:off x="11076127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Preencher campo por campo cansa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thoric = Personagem(); thoric.nome = "Thoric"; thoric.vida = 100 — três linhas pra cada personagem.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2E2049"/>
          </a:solidFill>
          <a:ln w="12700">
            <a:solidFill>
              <a:srgbClr val="3E2E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Amanhã o personagem já nasce preenchido — nome, vida e ataque entram direto na criação, numa linha só.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· DIA 1 · PERSONAGENS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13871" y="6345936"/>
            <a:ext cx="329184" cy="329184"/>
          </a:xfrm>
          <a:prstGeom prst="ellipse">
            <a:avLst/>
          </a:prstGeom>
          <a:solidFill>
            <a:srgbClr val="3A2C52"/>
          </a:solidFill>
          <a:ln w="12700">
            <a:solidFill>
              <a:srgbClr val="3A2C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13871" y="6345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 - Dia 1 - Personagens (completo)</dc:title>
  <dc:subject>PptxGenJS Presentation</dc:subject>
  <dc:creator>Lucas Gabriel</dc:creator>
  <cp:lastModifiedBy>Lucas Gabriel</cp:lastModifiedBy>
  <cp:revision>1</cp:revision>
  <dcterms:created xsi:type="dcterms:W3CDTF">2026-07-06T18:02:49Z</dcterms:created>
  <dcterms:modified xsi:type="dcterms:W3CDTF">2026-07-06T18:02:49Z</dcterms:modified>
</cp:coreProperties>
</file>